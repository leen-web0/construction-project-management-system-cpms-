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64008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457200"/>
            <a:ext cx="2560320" cy="6400800"/>
          </a:xfrm>
          <a:prstGeom prst="rect">
            <a:avLst/>
          </a:prstGeom>
          <a:solidFill>
            <a:srgbClr val="192D5A"/>
          </a:solidFill>
          <a:ln w="12700">
            <a:solidFill>
              <a:srgbClr val="19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914400"/>
            <a:ext cx="1645920" cy="320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502920"/>
            <a:ext cx="1371600" cy="5943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234440"/>
            <a:ext cx="1188720" cy="274320"/>
          </a:xfrm>
          <a:prstGeom prst="rect">
            <a:avLst/>
          </a:prstGeom>
          <a:solidFill>
            <a:srgbClr val="B8922A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31520"/>
            <a:ext cx="6035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Construction Project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6035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200400" cy="54864"/>
          </a:xfrm>
          <a:prstGeom prst="rect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14600"/>
            <a:ext cx="292608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9144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54680"/>
            <a:ext cx="292608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9144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82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Rima Amashi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107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202102695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292608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94760"/>
            <a:ext cx="9144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1472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Leen Daghriri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797937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202206173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0" y="2514600"/>
            <a:ext cx="292608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2514600"/>
            <a:ext cx="9144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542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Karima Musa Mubaraki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27706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202107149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0" y="3154680"/>
            <a:ext cx="292608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154680"/>
            <a:ext cx="91440" cy="5303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182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Sarah Maayel Harubi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34107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202201650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Systems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948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Waad Ali Madkhali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736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202103520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7772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965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EMPLOYEE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6576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ID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Position, Email, Phone, Address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work on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73152" cy="1965960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36576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Description, Start Date, End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on by a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of employees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73152" cy="1874520"/>
          </a:xfrm>
          <a:prstGeom prst="rect">
            <a:avLst/>
          </a:prstGeom>
          <a:solidFill>
            <a:srgbClr val="E86A2B"/>
          </a:solidFill>
          <a:ln w="12700">
            <a:solidFill>
              <a:srgbClr val="E86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DEPARTMENT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by: </a:t>
            </a: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D_Number + Dname + Contact Info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multiple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</a:t>
            </a: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many employees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multiple projects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0175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632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TASKS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438144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by: </a:t>
            </a: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Task_ID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Description, Start/End Date,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employee handles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tasks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Requirements (cont.)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7772400" cy="228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1783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3268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27101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4416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Resource_ID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Type, Information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Tied to: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factory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need: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resources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7315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93268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FACTORY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0712" y="127101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34416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Number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Location, Information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Supplies: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materials (resources)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68680"/>
            <a:ext cx="73152" cy="1783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93268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TIMELINE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2512" y="127101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34416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Timeline_ID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Description, Start/End Date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Related to: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project (one-to-one)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set of associated reports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73152" cy="1783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8986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REPORTS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" y="323697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1012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Report_ID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Description, Creation Date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timeline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has: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reports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34640"/>
            <a:ext cx="73152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8986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CLIENT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23697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31012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Client_ID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Telephone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have: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contracts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834640"/>
            <a:ext cx="73152" cy="1783080"/>
          </a:xfrm>
          <a:prstGeom prst="rect">
            <a:avLst/>
          </a:prstGeom>
          <a:solidFill>
            <a:srgbClr val="E86A2B"/>
          </a:solidFill>
          <a:ln w="12700">
            <a:solidFill>
              <a:srgbClr val="E86A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8986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CONTRACT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82512" y="3236976"/>
            <a:ext cx="24231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31012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by: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Number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Info, Start/End Date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Relates to: </a:t>
            </a:r>
            <a:r>
              <a:rPr lang="en-US" sz="9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client, one project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0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 Data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414145"/>
            <a:ext cx="7432675" cy="3474720"/>
          </a:xfrm>
          <a:prstGeom prst="rect">
            <a:avLst/>
          </a:prstGeom>
          <a:solidFill>
            <a:srgbClr val="1E3A6E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ER Diagram Image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this placeholder with the ER Diagram image</a:t>
            </a:r>
            <a:endParaRPr lang="en-US" sz="900" dirty="0"/>
          </a:p>
        </p:txBody>
      </p:sp>
      <p:pic>
        <p:nvPicPr>
          <p:cNvPr id="2097165" name="صورة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1372235"/>
            <a:ext cx="6733540" cy="3474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6055"/>
            <a:ext cx="3596005" cy="4523740"/>
          </a:xfrm>
          <a:prstGeom prst="rect">
            <a:avLst/>
          </a:prstGeom>
          <a:solidFill>
            <a:srgbClr val="1E3A6E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this placeholder with the Relational Schema image</a:t>
            </a:r>
            <a:endParaRPr lang="en-US" sz="900" dirty="0"/>
          </a:p>
        </p:txBody>
      </p:sp>
      <p:pic>
        <p:nvPicPr>
          <p:cNvPr id="2097168" name="صورة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2930" y="228600"/>
            <a:ext cx="4628515" cy="453326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01980" y="1893570"/>
            <a:ext cx="3307080" cy="1203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Data Model / Relational Schema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master data — all project staff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1005840"/>
          <a:ext cx="8503920" cy="2761488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Emp ID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 ID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123456789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Gorge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Molten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Anastasia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gorge@gmail.com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276543219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Smith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Developer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jane.smith@gmail.com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345678912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Sami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Ahmad Ibrahim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sam3@gmail.com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987654312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Johnson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Analyst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david.johnson@gmail.com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987654321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John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john.doe@gmail.com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  ·   CLIENT   ·   FACTORY LOCATION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115568"/>
          <a:ext cx="2834640" cy="2651760"/>
        </p:xfrm>
        <a:graphic>
          <a:graphicData uri="http://schemas.openxmlformats.org/drawingml/2006/table">
            <a:tbl>
              <a:tblPr/>
              <a:tblGrid>
                <a:gridCol w="944880"/>
                <a:gridCol w="944880"/>
                <a:gridCol w="9448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hr@gmail.com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Finance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finance@gmail.com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Marketing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marketing@gmail.com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IT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it@gmail.com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operations@gmail.com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337560" y="822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3337560" y="1115568"/>
          <a:ext cx="3017520" cy="265176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Client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Tel No.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111111111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Sarah Johnson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0198567382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222222222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Daniel Anderson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0183471384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333333333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Olivia Brown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0148254345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444444444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William Taylor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0144772298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555555555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Sophia Martinez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0145322768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537960" y="822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LOCATION</a:t>
            </a:r>
            <a:endParaRPr lang="en-US" sz="11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/>
        </p:nvGraphicFramePr>
        <p:xfrm>
          <a:off x="6537960" y="1115568"/>
          <a:ext cx="2240280" cy="2651760"/>
        </p:xfrm>
        <a:graphic>
          <a:graphicData uri="http://schemas.openxmlformats.org/drawingml/2006/table">
            <a:tbl>
              <a:tblPr/>
              <a:tblGrid>
                <a:gridCol w="1120140"/>
                <a:gridCol w="11201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Factory#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Jazan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Makkah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Jeddah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Abha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Riyadh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E9F9F"/>
          </a:solidFill>
          <a:ln w="12700">
            <a:solidFill>
              <a:srgbClr val="0E9F9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A2B"/>
          </a:solidFill>
          <a:ln w="12700">
            <a:solidFill>
              <a:srgbClr val="E86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  ·   TIMELINE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20040" y="1115568"/>
          <a:ext cx="4846320" cy="265176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Factory#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Information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Cement Factory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Produces high-quality cement using advanced techniques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Steel Factory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Supplies reliable steel products for construction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Processed Glass Factory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Provides insulated glass for buildings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Tile &amp; Ceramic Factory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Offers high-quality tiles and ceramic products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Gin Wood Factory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Provides environmentally protected wood materials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49240" y="822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5349240" y="1115568"/>
          <a:ext cx="3474720" cy="2651760"/>
        </p:xfrm>
        <a:graphic>
          <a:graphicData uri="http://schemas.openxmlformats.org/drawingml/2006/table">
            <a:tbl>
              <a:tblPr/>
              <a:tblGrid>
                <a:gridCol w="694944"/>
                <a:gridCol w="694944"/>
                <a:gridCol w="694944"/>
                <a:gridCol w="694944"/>
                <a:gridCol w="694944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TL#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Proj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2023-04-10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Plumbing &amp; Electrical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2023-07-20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2023-05-20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Final Inspection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2023-09-20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2023-03-30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Foundation Work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2023-08-15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2023-02-15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Construction Start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2023-04-20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2023-01-01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Project Proposal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2023-02-20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E86A2B"/>
          </a:solidFill>
          <a:ln w="12700">
            <a:solidFill>
              <a:srgbClr val="E86A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  ·   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20040" y="1115568"/>
          <a:ext cx="5303520" cy="2651760"/>
        </p:xfrm>
        <a:graphic>
          <a:graphicData uri="http://schemas.openxmlformats.org/drawingml/2006/table">
            <a:tbl>
              <a:tblPr/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ProjectM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Cooperative Task Mgmt System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2023-01-01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2023-04-10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ProjectQ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Online Language Learning Platform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2023-02-15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2023-07-20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ProjectZ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Digital Library Mgmt System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2023-03-05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2023-06-15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ProjectX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Corporate Social Networking App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2023-07-20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2023-09-19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ProjectK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Commercial &amp; Entertainment Complex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2023-08-12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2023-11-23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822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5806440" y="1115568"/>
          <a:ext cx="3017520" cy="2651760"/>
        </p:xfrm>
        <a:graphic>
          <a:graphicData uri="http://schemas.openxmlformats.org/drawingml/2006/table">
            <a:tbl>
              <a:tblPr/>
              <a:tblGrid>
                <a:gridCol w="754380"/>
                <a:gridCol w="754380"/>
                <a:gridCol w="754380"/>
                <a:gridCol w="7543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Factory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5557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Wood Metal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Metal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8766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Iron Metal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Metal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3255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Oil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4499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Gas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Natural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8822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Natural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1025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reports linked to timelines and projects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005840"/>
          <a:ext cx="8503920" cy="2761488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Report#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Creation Date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Timeline#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3232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Construction progress update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2022-02-20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Initial project assessment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2022-01-10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inspection report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2022-03-15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6789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Post-construction evaluation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2022-05-25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7766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Project completion report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2022-04-30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   ·   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20040" y="1115568"/>
          <a:ext cx="4937760" cy="265176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Contract#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135792489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Interior Design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2022-04-10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2022-11-10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444444444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246813792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Electrical Works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2022-03-30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2022-09-30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333333333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789457897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Construction Materials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2022-01-01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2022-12-31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111111111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864297532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Landscaping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2022-05-20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2022-10-20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555555555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987657216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Plumbing Services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2022-02-15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2022-12-15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222222222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94960" y="822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5394960" y="1115568"/>
          <a:ext cx="3429000" cy="2651760"/>
        </p:xfrm>
        <a:graphic>
          <a:graphicData uri="http://schemas.openxmlformats.org/drawingml/2006/table">
            <a:tbl>
              <a:tblPr/>
              <a:tblGrid>
                <a:gridCol w="857250"/>
                <a:gridCol w="857250"/>
                <a:gridCol w="857250"/>
                <a:gridCol w="85725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Task#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213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Develop new feature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Pending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232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Research market trends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</a:rPr>
                        <a:t>In Progress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234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Review code quality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Completed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Complete report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</a:rPr>
                        <a:t>In Progress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334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Prepare presentation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Completed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4379</Words>
  <Application>WPS Presentation</Application>
  <PresentationFormat>On-screen Show (16:9)</PresentationFormat>
  <Paragraphs>696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Project Management System</dc:title>
  <dc:creator>PptxGenJS</dc:creator>
  <dc:subject>PptxGenJS Presentation</dc:subject>
  <cp:lastModifiedBy>Leen</cp:lastModifiedBy>
  <cp:revision>3</cp:revision>
  <dcterms:created xsi:type="dcterms:W3CDTF">2026-05-15T22:47:00Z</dcterms:created>
  <dcterms:modified xsi:type="dcterms:W3CDTF">2026-05-23T08:52:14Z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9DAD3591EF9043A1AC419497F79B6DD9_13</vt:lpwstr>
  </property>
</Properties>
</file>